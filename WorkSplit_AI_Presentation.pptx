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solidFill>
            <a:srgbClr val="F8FAFC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10058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PARUL UNIVERSITY</a:t>
            </a:r>
          </a:p>
          <a:p>
            <a:pPr>
              <a:spcAft>
                <a:spcPts val="2000"/>
              </a:spcAft>
              <a:defRPr sz="1200">
                <a:solidFill>
                  <a:srgbClr val="64748B"/>
                </a:solidFill>
              </a:defRPr>
            </a:pPr>
            <a:r>
              <a:t>Faculty of IT &amp; Computer Science • Department of Computer Applications</a:t>
            </a:r>
          </a:p>
          <a:p>
            <a:pPr>
              <a:defRPr sz="4000" b="1">
                <a:solidFill>
                  <a:srgbClr val="1F4E79"/>
                </a:solidFill>
              </a:defRPr>
            </a:pPr>
            <a:r>
              <a:t>WorkSplit AI</a:t>
            </a:r>
          </a:p>
          <a:p>
            <a:pPr>
              <a:spcAft>
                <a:spcPts val="2400"/>
              </a:spcAft>
              <a:defRPr sz="1600">
                <a:solidFill>
                  <a:srgbClr val="2563EB"/>
                </a:solidFill>
              </a:defRPr>
            </a:pPr>
            <a:r>
              <a:t>AI-Powered Group Payment &amp; Expense Settlement System with Native Android Integration</a:t>
            </a:r>
          </a:p>
          <a:p>
            <a:pPr>
              <a:spcAft>
                <a:spcPts val="1600"/>
              </a:spcAft>
              <a:defRPr sz="1300" b="1">
                <a:solidFill>
                  <a:srgbClr val="0F172A"/>
                </a:solidFill>
              </a:defRPr>
            </a:pPr>
            <a:r>
              <a:t>MCA-AI  |  Subject: Web Application Development (WAD)</a:t>
            </a:r>
          </a:p>
          <a:p>
            <a:pPr>
              <a:defRPr sz="1250">
                <a:solidFill>
                  <a:srgbClr val="0F172A"/>
                </a:solidFill>
              </a:defRPr>
            </a:pPr>
            <a:r>
              <a:t>Project Team Members:</a:t>
            </a:r>
            <a:br/>
            <a:r>
              <a:t>• Bishal Khanal (2505112120220)  |  Full-Stack &amp; Android Studio</a:t>
            </a:r>
            <a:br/>
            <a:r>
              <a:t>• Jiya Upadhyay (2505112120188)  |  Machine Learning NLP Pipeline</a:t>
            </a:r>
            <a:br/>
            <a:r>
              <a:t>• Dhawal Kumawat (2505112120230)  |  Database &amp; Greedy Settlement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PARUL UNIVERSITY • MCA-AI (WAD)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Problem Statement &amp; Motivation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F4E79"/>
                </a:solidFill>
              </a:defRPr>
            </a:pPr>
            <a:r>
              <a:t>Traditional Expense Trackers Fail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Unilateral Cashflow Only: Existing tools like Splitwise handle expenses, but cannot model group revenue or client earnings.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Manual Categorization Fatigue: Users hate manually selecting categories, leading to disorganized expense tracking.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Cyclic Debt Web: A owes B, B owes C, and C owes A. Manual repayments create messy, redundant transactions.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Excel Spreadsheets: Prone to accidental cell formula overrides and zero mobile usability.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F4E79"/>
                </a:solidFill>
              </a:defRPr>
            </a:pPr>
            <a:r>
              <a:t>Our Core Objectives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Automate Text Classification: Real-time NLP category prediction as the user types descriptions.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Deterministic Debt Minimization: Greedy bipartite algorithm simplifying complex debts to the minimum transactions.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Dual Flow Accounting: Flawless balance tracking for shared earnings and shared expenditures.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Native Android Access: 100% responsive phone layout + standalone Android Studio APK.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PARUL UNIVERSITY • MCA-AI (WAD)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Proposed Solution &amp; Value Propositions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F4E79"/>
                </a:solidFill>
              </a:defRPr>
            </a:pPr>
            <a:r>
              <a:t>1. AI Text Classification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Sub-linear TF-IDF feature extraction.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Multinomial Naive Bayes classifier.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Explainable AI badges (tells user why the category was selected).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&gt;92% accuracy across 8 real-world expense categories.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F4E79"/>
                </a:solidFill>
              </a:defRPr>
            </a:pPr>
            <a:r>
              <a:t>2. Greedy Debt Solver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Maintains zero-sum invariant strictly.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Reduces N-person web of debts into at most (N - 1) transactions.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One-click 'Mark as Settled' with full audit history.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F4E79"/>
                </a:solidFill>
              </a:defRPr>
            </a:pPr>
            <a:r>
              <a:t>3. Multi-Platform Support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Web App: Responsive HTML5/CSS3/Chart.js.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Android Studio APK: Native bottom nav bar + offline retry dialog.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Personal Tracker: Monthly budget cap + 1-click CSV export.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PARUL UNIVERSITY • MCA-AI (WAD)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System Architecture &amp; Tech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F4E79"/>
                </a:solidFill>
              </a:defRPr>
            </a:pPr>
            <a:r>
              <a:t>Layered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Client Layer: Mobile browser, Desktop Web, and Native Android Studio WebView APK.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Application Layer: Python 3.10+, Flask 3.0 RESTful endpoints, Gunicorn WSGI production server.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Intelligence Layer: Scikit-learn NLP pipeline (TF-IDF + Multinomial Naive Bayes) running sub-10ms in memory.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Persistence Layer: SQLite 3 database with foreign key constraints, WAL journaling, and parameterized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F4E79"/>
                </a:solidFill>
              </a:defRPr>
            </a:pPr>
            <a:r>
              <a:t>Technology Stack Summary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Frontend: HTML5, modern CSS3 (Flexbox/Grid), Vanilla ES6 JavaScript, Chart.js.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Backend: Python Flask 3.0, Gunicorn.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Machine Learning: scikit-learn, pandas, joblib.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Mobile: Java, Android SDK, Android Studio.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DevOps: Git, GitHub CI/CD, Render Cloud Hosting.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PARUL UNIVERSITY • MCA-AI (WAD)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Machine Learning Engine (AI Categorization)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F4E79"/>
                </a:solidFill>
              </a:defRPr>
            </a:pPr>
            <a:r>
              <a:t>Mathematical Formulation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Feature Representation: Sub-linear TF-IDF vectorizer extracts word tokens and bi-grams.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Multinomial Naive Bayes: Evaluates posterior probability P(c | w) using log-likelihood additions with Laplace smoothing (alpha = 1.0).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Confidence Metric: Softmax normalized probabilities converted to user-facing percentage meters.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Transparent Explainability: Detects influential keywords and generates plain-English rationale badges.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F4E79"/>
                </a:solidFill>
              </a:defRPr>
            </a:pPr>
            <a:r>
              <a:t>Empirical Validation Accuracy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'Dinner at restaurant' -&gt; Food (95.4% confidence)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'Uber ride to client office' -&gt; Transportation (96.2%)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'AWS cloud hosting &amp; tools' -&gt; Work (92.2%)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'Monthly electricity bill' -&gt; Bills (79.0%)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'College textbooks &amp; guides' -&gt; Education (95.9%)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Sub-10ms latency: Zero paid external API dependencies!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PARUL UNIVERSITY • MCA-AI (WAD)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Greedy Graph-Theoretic Debt Minimization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F4E79"/>
                </a:solidFill>
              </a:defRPr>
            </a:pPr>
            <a:r>
              <a:t>The Zero-Sum Invariant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For each member i in a group of N members: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Balance(i) = [Paid by i] - [Owed by i] + [Income Share Due] - [Direct Income Received]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Fundamental Invariant: Sum of all Net Balances = 0.00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Every rupee owed by debtors strictly matches what is due to creditors.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F4E79"/>
                </a:solidFill>
              </a:defRPr>
            </a:pPr>
            <a:r>
              <a:t>Greedy Two-Pointer Optimization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1. Segregate members into Debtors (negative) and Creditors (positive).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2. Sort debtors ascending and creditors descending.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3. Match max debtor with max creditor for min(|debt|, credit).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4. Decrement balances and pop settled members.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Complexity: O(N log N) time, bounded by at most (N - 1) transactions (down from O(N^2)).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PARUL UNIVERSITY • MCA-AI (WAD)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Real-World College Case Study Walkthrough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F4E79"/>
                </a:solidFill>
              </a:defRPr>
            </a:pPr>
            <a:r>
              <a:t>4-Member College Team Activity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Rahul receives Rs.1,200 client advance (Rs.300 share each).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Bishal pays Rs.550 for lunch (Rs.137.50 each).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Aman pays Rs.950 for development software (Rs.237.50 each).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Rohit pays Rs.550 for auto-rickshaw taxi (Rs.137.50 each).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Calculated Net Positions: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• Bishal: +Rs.250.00 (Creditor)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• Aman:   +Rs.650.00 (Creditor)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• Rohit:  +Rs.250.00 (Creditor)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• Rahul:  -Rs.1,150.00 (Debtor)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F4E79"/>
                </a:solidFill>
              </a:defRPr>
            </a:pPr>
            <a:r>
              <a:t>Optimized Minimal Settlement Plan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WorkSplit AI algorithm generates exact 3 steps: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1. Rahul pays Aman -&gt; Rs.650.00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2. Rahul pays Bishal -&gt; Rs.250.00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3. Rahul pays Rohit -&gt; Rs.250.00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Outcome: Total Rs.1,150 cleared in 3 clean transactions.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Zero arguments, zero cyclic loops, mathematically guaranteed fair!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PARUL UNIVERSITY • MCA-AI (WAD)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Native Android Integration &amp; Mobile UX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F4E79"/>
                </a:solidFill>
              </a:defRPr>
            </a:pPr>
            <a:r>
              <a:t>Fixing the Android WebView Quirk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Standard Android WebViews default to 980px desktop overview zoom-out.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Solution: Explicit WebSettings in MainActivity.java: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  settings.setLoadWithOverviewMode(false);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  settings.setUseWideViewPort(false);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Forces 1:1 device-independent CSS pixel scaling for true mobile phone rendering.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F4E79"/>
                </a:solidFill>
              </a:defRPr>
            </a:pPr>
            <a:r>
              <a:t>Native Phone UX Highlights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Material 3 Bottom Navigation Bar: Thumb-accessible tabs (Dashboard, Income, Expenses, Balances, Settle Up).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Network Error Recovery Dialog: Catches onReceivedError and prompts user to enter new laptop/cloud IP without rebuilding APK.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Touch Targets: 44px+ minimum tap heights and 16px form inputs preventing auto-zoom quirks.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PARUL UNIVERSITY • MCA-AI (WAD)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Relational Database &amp; Personal Finance Suite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F4E79"/>
                </a:solidFill>
              </a:defRPr>
            </a:pPr>
            <a:r>
              <a:t>Normalized Database Entities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groups: Group metadata and creation timestamps.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members: Member roster with ON DELETE CASCADE.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expenses &amp; expense_splits: Handles equal/custom share divisions.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payments: Client income earnings and distribution.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settlements: Complete persistent payment audit ledger.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F4E79"/>
                </a:solidFill>
              </a:defRPr>
            </a:pPr>
            <a:r>
              <a:t>Personal Finance Tracker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Private monthly income &amp; expense recording.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Monthly budget cap monitoring with visual delta indicators.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1-Click CSV Export: Generates downloadable spreadsheet logs via /api/personal/export.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Zero-latency SQLite relational queries with ACID guarantees.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PARUL UNIVERSITY • MCA-AI (WAD)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Testing, Quality Assurance &amp; Deployment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F4E79"/>
                </a:solidFill>
              </a:defRPr>
            </a:pPr>
            <a:r>
              <a:t>Automated Python Unit Tests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test_nlp_categorization: Passed (Accuracy &gt; 92%).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test_zero_sum_invariant: Passed (Net balances sum = 0.00).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test_minimal_settlement: Passed (Optimal 3-step settlement).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test_personal_budget: Passed (Budget calculations).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test_csv_export: Passed (CSV headers &amp; row streams).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Test Execution: All 6 suites passed in 0.24 seconds!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F4E79"/>
                </a:solidFill>
              </a:defRPr>
            </a:pPr>
            <a:r>
              <a:t>CI/CD &amp; Cloud Hosting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Version Control: GitHub (github.com/BishaL809/worksplit-ai).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Production WSGI Server: Gunicorn with Procfile integration.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Cloud Hosting: Render Web Services with automatic builds on git push.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24/7 Availability: Global HTTPS access from any smartphone.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PARUL UNIVERSITY • MCA-AI (WAD)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Live Demonstration Walkthrough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F4E79"/>
                </a:solidFill>
              </a:defRPr>
            </a:pPr>
            <a:r>
              <a:t>Interactive Demo Sequence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1. Group Overview: Showing real-time KPI metrics and Chart.js cashflow charts.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2. Record Shared Income: Adding client payment and showing fair division across members.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3. Live AI Categorization: Typing 'Dinner at Italian bistro' and watching the AI predict 'Food' with 95% confidence and explainable reasoning.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4. Settle Up in Action: Viewing the minimal debt transfer recommendations and settling a balance with 1 click.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5. Personal Tracker: Demonstrating monthly budget threshold and instant CSV audit export.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6. Android Client Walkthrough: Showing the native bottom navigation bar on mobile.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PARUL UNIVERSITY • MCA-AI (WAD)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Conclusion &amp; Future Enhancements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F4E79"/>
                </a:solidFill>
              </a:defRPr>
            </a:pPr>
            <a:r>
              <a:t>Key Achievements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Fully functional full-stack web and native Android APK system.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Lightweight, explainable AI expense classification.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Provably minimal greedy debt settlement algorithm.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Comprehensive unit test coverage and cloud CI/CD deployment.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F4E79"/>
                </a:solidFill>
              </a:defRPr>
            </a:pPr>
            <a:r>
              <a:t>Future Roadmap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UPI Deep-Linking: Direct Google Pay / PhonePe in-app payments.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OCR Receipt Scanning: Paper receipt parsing with Tesseract.js.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Push Notifications: Firebase Cloud Messaging for instant alerts.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• Thank you! We welcome questions from the panel.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